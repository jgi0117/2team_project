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센서별 값의 분포와 스케일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센서마다 단위와 분산이 달라 원시값의 절대 크기를 서로 직접 비교할 수 없습니다.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sensor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센서마다 다른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측정 스케일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telemetry 히스토그램입니다.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평균 170.78 (표준편차 15.51)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회전 평균 446.61 (표준편차 52.67)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표준화와 현재값 대비 이동평균·변화량을 후보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 · 센서별 16구간 히스토그램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고장 발생량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같은 설비에서도 부품마다 고장 표본 수가 다르므로 발생 건수를 먼저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failures_by_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comp2가 전체의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34.0%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전체 761건 중 comp2는 259건으로 최다, comp3는 131건으로 최소입니다.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Label·모델·성능을 분리해 학습하고 평가합니다.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부품별 원본 고장 이벤트 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원본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동일 설비의 반복 고장 간격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설비별 고장을 시간순으로 정렬하고 이전 고장과 다음 고장 사이의 일수를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epeat_failure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중앙값 30일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간격 관측 663건의 75백분위는 60일입니다.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구간은 소수 일수도 누락되지 않게 나눴습니다.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과거 고장 횟수와 마지막 고장 이후 경과시간을 예측 특징으로 검증합니다.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PdM_failures.csv · 설비 단위 연속 이벤트 간격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원본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수준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관측창의 일별 평균을 전체 telemetry 평균·표준편차로 표준화했습니다.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pre_failure_senso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고장 1일 전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수준 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전압 +0.35σ · 압력 +0.43σ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진동 +0.47σ · 회전 -0.57σ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고장일 값은 사후 관측일 수 있어 선행 신호로 단정하지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mean, trend, deviation을 후보로 두고 시간순 검증으로 유효성을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고장별 30일 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4A77A8"/>
                </a:solidFill>
                <a:latin typeface="Malgun Gothic"/>
              </a:rPr>
              <a:t>원본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고장 전 센서 변동성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고장별 30일 창의 일별 표준편차를 평균하고, 센서별 30일 전 값을 100으로 환산했습니다.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pre_failure_sensor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4A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4A77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일관된 증가 패턴은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뚜렷하지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관측 구간 변동성 지수는 99.3~103.4입니다.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센서별 증가·감소 방향이 일정하지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4A77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rolling std·range는 당연한 근거로 채택하지 않고 모델 성능 개선 여부로 판단합니다.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PdM_telemetry.csv, PdM_failures.csv · 30일 전 기준 =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168E8A"/>
                </a:solidFill>
                <a:latin typeface="Malgun Gothic"/>
              </a:rPr>
              <a:t>운영 데이터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90일 평균 일일 수요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날짜별 교체 요청량의 최근 90일 평균을 비교합니다. 요청이 없는 날짜도 0으로 포함합니다.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demand_9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16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8E8A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최근 평균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1.86~2.02개/일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운영기간 동안 부품별 수요 수준은 서로 다르며, 월별로도 변동합니다.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마지막 월 값: comp1 1.86 · comp2 2.02 · comp3 2.02 · comp4 1.88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68E8A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단일 날짜 수요 대신 최근 수요 수준을 발주량·목표재고 산정에 활용합니다.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maintenance_records.csv · 달력일 90일 이동평균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대응시간과 사용기한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대응시간은 조달기간에 정비 준비기간을 더해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response_vs_shelf_li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comp2는 12일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기한 초과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comp2: 조달 35일 + 준비 7일 = 대응 42일, 사용기한 30일.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다른 부품은 사용기한이 대응시간보다 깁니다.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부품별 조달 Horizon과 재고 회전·발주 시점을 따로 설계합니다.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part_master.csv · 조달일 + 준비일과 사용기한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E6A23C"/>
                </a:solidFill>
                <a:latin typeface="Malgun Gothic"/>
              </a:rPr>
              <a:t>운영 데이터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계획 조달기간과 실제 조달기간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실제 입고가 완료된 주문만 대상으로 주문일부터 계획·실제 입고일까지의 평균을 계산합니다.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planned_actual_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E6A23C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모든 부품에서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실제 평균이 더 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평균 지연은 부품별 1.3~1.8일입니다.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예정일 이후 입고 비율: comp1 34.2% · comp2 27.5% · comp3 30.0% · comp4 37.5%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E6A23C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계획 납기만 쓰지 말고 관측된 지연과 안전 여유를 발주 마감 판단에 반영합니다.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purchase_orders.csv · 완료 주문 대상, 예정 대비 실제 입고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D96555"/>
                </a:solidFill>
                <a:latin typeface="Malgun Gothic"/>
              </a:rPr>
              <a:t>운영 데이터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재고 부족 대기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운영 시뮬레이션에서 수요별로 한 번이라도 재고 부족 대기가 있었는지 집계합니다.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stock_wait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D96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96555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comp2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대기율 15.0%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91건 / 605건이 대기 경험을 가졌습니다.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이는 현재 미처리 대기 건수가 아니라 기간 중 경험 건수입니다.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D96555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예측 위험과 함께 기준 시점의 가용재고·진행 주문·예정 입고를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generation_report.json, maintenance_records.csv · 합성 운영 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8366A8"/>
                </a:solidFill>
                <a:latin typeface="Malgun Gothic"/>
              </a:rPr>
              <a:t>운영 데이터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2488" y="274320"/>
            <a:ext cx="8961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61717F"/>
                </a:solidFill>
                <a:latin typeface="Malgun Gothic"/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94360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8324B"/>
                </a:solidFill>
                <a:latin typeface="Malgun Gothic"/>
              </a:rPr>
              <a:t>부품별 주요 비용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1717F"/>
                </a:solidFill>
                <a:latin typeface="Malgun Gothic"/>
              </a:rPr>
              <a:t>구매비·작업비는 건/개 단가, 정지 손실은 하루 단가로 단위를 구분해 비교합니다.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7461504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major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7150608" cy="4233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93024" y="1572768"/>
            <a:ext cx="3502152" cy="4517136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3024" y="1572768"/>
            <a:ext cx="73152" cy="4517136"/>
          </a:xfrm>
          <a:prstGeom prst="rect">
            <a:avLst/>
          </a:prstGeom>
          <a:solidFill>
            <a:srgbClr val="836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56231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366A8"/>
                </a:solidFill>
                <a:latin typeface="Malgun Gothic"/>
              </a:rPr>
              <a:t>핵심 발견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212848"/>
            <a:ext cx="278892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정지 손실 / 일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8324B"/>
                </a:solidFill>
                <a:latin typeface="Malgun Gothic"/>
              </a:rPr>
              <a:t>최대 5.0백만원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85632" y="3328416"/>
            <a:ext cx="281635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3511296"/>
            <a:ext cx="281635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comp2의 구매비 2.50백만원, 긴급정비 1.50백만원, 정지 손실 5.00백만원/일입니다.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운영비용은 합성 가정입니다.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66344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366A8"/>
                </a:solidFill>
                <a:latin typeface="Malgun Gothic"/>
              </a:rPr>
              <a:t>분석 시사점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956048"/>
            <a:ext cx="28163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213547"/>
                </a:solidFill>
                <a:latin typeface="Malgun Gothic"/>
              </a:rPr>
              <a:t>구매비 외 예방·긴급 작업, 정지, 보유, 폐기, 긴급운송 항목을 함께 검토합니다.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36792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출처: costs.csv · 핵심 4개 단가, 가상 운영비용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3367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61717F"/>
                </a:solidFill>
                <a:latin typeface="Malgun Gothic"/>
              </a:rPr>
              <a:t>EDA  /  선택용 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설비·운영 데이터 EDA 전체 항목</dc:title>
  <dc:subject>EDA 항목별 단독 슬라이드 선택용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